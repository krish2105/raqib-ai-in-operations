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name: RAQIB means the watcher. Existing cameras, an edge box, an agent that explains itself. Krishna Mathur, Term 4 deployed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picture: a checkout queue and an empty shelf. Queues over three cause walk-outs; out-of-stocks cost about 4% of sales. Cameras record both and act on neither.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verbs. Sees: footfall, queues, checkout dwell, shelf gaps. Learns: queueing model, forecast, staffing plan. Acts: alerts, restock tasks, proposals for tills. Explains: rule, confidence, rationale on every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Edge: capture, blur faces, detect, track, rules, SQLite, sync. Cloud: events, analytics, bounded agent behind a policy. Web: the tape, KPIs, 3D floor, actions. Detector is behind an adapter; YOLO26 swaps for RT-DETR with one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Grader path in under ten minutes: dashboard → tape tick → event clip and decision → approve a proposal → executed and audited → forecast → report. QR on this slide when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Adapter pattern exists for licensing: Ultralytics is AGPL; RT-DETR architecture is Apache. Numbers from edge_eval.json on the M4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M/M/c with lambda from footfall ticks and mu from checkout dwell on video. The observed W_q via Little's law sits on the same chart as the model; the gap is the point, not a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 boosting versus same-hour-last-week. MAE 4.341 vs 4.917, MAPE 16.4%. Honest caveat: this is on the labelled simulator; real data with promotions and weather should widen the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Integer program: minimise tills per slot subject to rho ≤ 0.85. Saves 11.75 staff-hours a day; wait time before/after with proposals applied: 17.2%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allow-listed tools with strict schemas. Severity 3 always escalates and cannot be downgraded. One work order per machine per 4 hours. Proposals need a human. Seeded week: 1 actions, 1 tool calls, 0 failed, $0.0 model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on existing cameras and an owned edge box. Software under USD 50 a month. Gates: false alerts under 5 per camera per day, approval rate over 60%, then service level 90% and OSA 98%. MUSHRIF factory profile shares the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limits plainly: public clips not a store; mu from video not POS; simulator history; AGPL. Next: POS import, labelled site footage, planogram checks, digital-twin playback, 24-hour soak.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MAIB AI 218 · AI IN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RAQIB · رقيب</a:t>
            </a:r>
            <a:br/>
            <a:r>
              <a:t>The watcher on the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8B93A1"/>
                </a:solidFill>
              </a:rPr>
              <a:t>A vision-driven operations control room for supermarket floors.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8B93A1"/>
                </a:solidFill>
              </a:rPr>
              <a:t>Same engine, factory profile: MUSHRIF for the Greenlam pilot.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8B93A1"/>
                </a:solidFill>
              </a:rPr>
              <a:t>Krishna Mathur · github.com/krish2105/RAQIB-AI-in-Operations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Every store has forty cameras and nobody watching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Queues longer than three customers drive walk-outs. Shelf gaps cost ~4% of sales (Gruen et al., 2002).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Both are counted by hand, by mystery shoppers, or not at all.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The gap is not sensing. It is turning what the camera sees into a decision inside the 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WHAT RAQIB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Sees · Learns · Acts · Explains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AED"/>
                </a:solidFill>
              </a:rPr>
              <a:t>Sees — person tracks, queue zones, checkout dwell, shelf empty ratio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AED"/>
                </a:solidFill>
              </a:rPr>
              <a:t>Learns — M/M/c utilisation, next-24 h forecast, staffing integer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AED"/>
                </a:solidFill>
              </a:rPr>
              <a:t>Acts — templated alerts, restock work orders, proposals to open a till (only if ρ &gt; 0.85)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AED"/>
                </a:solidFill>
              </a:rPr>
              <a:t>Explains — every action carries the rule id, the confidence, and a written rationale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Rules on the edge, judgement in the cloud, humans on the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edge/  capture → blur every head → YOLO26n ⇄ RT-DETR → ByteTrack → zones → deterministic rules → SQLite → idempotent sync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cloud/  events · SSE · M/M/c · OSA · forecast · MILP · agent: backend → Policy → 7 allow-listed tools → Greenlam tracker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web/  the 24-hour tape · KPIs · 3D floor · event clip + decision · approve/reject · forecast · report EN/HI/AR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raqib-orcin.vercel.app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1 · Dashboard: the tape, KPIs, 3D floor pulsing where events land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2 · Click a tick: clip (faces blurred), confidence, rule R10, agent decision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3 · Actions: approve 'open till 2' → Executed; restock work orders raised autonomously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4 · Forecast and staffing plan · 5 · Weekly report, print to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Same pipeline, two detectors, one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FD1B9"/>
                </a:solidFill>
              </a:rPr>
              <a:t>8.9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YOLO26n median latency per frame (MPS)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FD1B9"/>
                </a:solidFill>
              </a:rPr>
              <a:t>30.5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37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end-to-end: detect, track, blur, rules,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9456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8B93A1"/>
                </a:solidFill>
              </a:rPr>
              <a:t>56.1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37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frame → event, p95</a:t>
            </a:r>
          </a:p>
        </p:txBody>
      </p:sp>
      <p:pic>
        <p:nvPicPr>
          <p:cNvPr id="11" name="Picture 10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6858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QUEUE MODEL VS OBSERVED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Peak utilisation ρ 0.95 · service level 98.9%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07</a:t>
            </a:r>
          </a:p>
        </p:txBody>
      </p:sp>
      <p:pic>
        <p:nvPicPr>
          <p:cNvPr id="5" name="Picture 4" descr="queu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498079" cy="2999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21945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8B93A1"/>
                </a:solidFill>
              </a:rPr>
              <a:t>λ from entrance ticks per 15 min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8B93A1"/>
                </a:solidFill>
              </a:rPr>
              <a:t>μ ≈ 38/h per till, estimated from video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8B93A1"/>
                </a:solidFill>
              </a:rPr>
              <a:t>Observed W_q = queue length / λ (Little)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8B93A1"/>
                </a:solidFill>
              </a:rPr>
              <a:t>Target: ρ ≤ 0.85, queue ≤ 3 in 90% of slots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FORECAST VS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11.7% better than seasonal naive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08</a:t>
            </a:r>
          </a:p>
        </p:txBody>
      </p:sp>
      <p:pic>
        <p:nvPicPr>
          <p:cNvPr id="5" name="Picture 4" descr="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498079" cy="31866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219456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FD1B9"/>
                </a:solidFill>
              </a:rPr>
              <a:t>4.341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337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MAE, gradient boosting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11480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8B93A1"/>
                </a:solidFill>
              </a:rPr>
              <a:t>4.917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2578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MAE, seasonal naive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WORKFORCE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24.25 staff-hours instead of 36.0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09</a:t>
            </a:r>
          </a:p>
        </p:txBody>
      </p:sp>
      <p:pic>
        <p:nvPicPr>
          <p:cNvPr id="5" name="Picture 4" descr="work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498079" cy="2811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219456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FD1B9"/>
                </a:solidFill>
              </a:rPr>
              <a:t>11.75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337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saved per day vs three tills all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114800"/>
            <a:ext cx="3657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8B93A1"/>
                </a:solidFill>
              </a:rPr>
              <a:t>17.2%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2578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8B93A1"/>
                </a:solidFill>
              </a:rPr>
              <a:t>less customer wait with proposals applied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AGENT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Bounded autonomy, not blind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Autonomous: alert (templates), restock/work order ≤ sev 2, log downtime, escalate on sev 3, ask for review &lt; 0.6 confidence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Proposal: open till (must cite ρ &gt; 0.85), staffing change, maintenance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Policy cannot be bypassed by either backend (dry-run or Claude)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Every call validated and logged: input, output, latency, cost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AED"/>
                </a:solidFill>
              </a:rPr>
              <a:t>This week: 1 actions · 1 calls · 0 failed · $0.0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One Dubai hypermarket,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Weeks 1–4 · one entrance, one checkout bank, three shelves · gate: false alerts &lt; 5/camera/day, approval ≥ 60%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Weeks 5–8 · all tills, POS import for μ, staffing plan into rosters · gate: service level ≥ 90%, forecast ≥ 20% better on real data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Weeks 9–13 · aisle shelves, second store · gate: OSA ≥ 98%, &lt; USD 150/store/month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Factory profile today: compliance 100.0%, 3.0 min downtime, 1 breach in 24 h on the Greenlam demo 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D1B9"/>
                </a:solidFill>
              </a:rPr>
              <a:t>LIMITATIONS · NEXT STEPS ·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8EAED"/>
                </a:solidFill>
              </a:rPr>
              <a:t>Data is the risk. Trust is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B93A1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8B93A1"/>
                </a:solidFill>
              </a:rPr>
              <a:t>Public clips, not a store · μ estimated from video · 21-day labelled simulator · COCO weights, PPE mAP not measured · AGPL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Next: POS import · two hours of labelled site footage · planogram check · digital-twin playback · 24-hour unattended soak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AED"/>
                </a:solidFill>
              </a:rPr>
              <a:t>شكرًا · धन्यवाद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